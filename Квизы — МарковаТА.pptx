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73" r:id="rId16"/>
    <p:sldId id="274" r:id="rId17"/>
    <p:sldId id="269" r:id="rId18"/>
    <p:sldId id="270" r:id="rId19"/>
    <p:sldId id="271" r:id="rId2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igma.com/design/bowNce537o2YiRGUxFzpAH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rk8tati-debug/VK" TargetMode="External"/><Relationship Id="rId2" Type="http://schemas.openxmlformats.org/officeDocument/2006/relationships/hyperlink" Target="https://www.figma.com/design/bowNce537o2YiRGUxFzpAH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3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1463040"/>
            <a:ext cx="1069848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6C5CE7"/>
                </a:solidFill>
                <a:latin typeface="Segoe UI"/>
              </a:defRPr>
            </a:pPr>
            <a:r>
              <a:t>Квизы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F36"/>
                </a:solidFill>
                <a:latin typeface="Segoe UI"/>
              </a:defRPr>
            </a:pPr>
            <a:r>
              <a:t>Веб-приложение для проведения live-квизов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C677A"/>
                </a:solidFill>
                <a:latin typeface="Segoe UI"/>
              </a:defRPr>
            </a:pPr>
            <a:r>
              <a:t>MVP · прототип для пилотного тестирования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9601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77A"/>
                </a:solidFill>
                <a:latin typeface="Segoe UI"/>
              </a:defRPr>
            </a:pPr>
            <a:r>
              <a:rPr lang="ru-RU" dirty="0"/>
              <a:t>Маркова Татьяна</a:t>
            </a:r>
            <a:r>
              <a:rPr dirty="0"/>
              <a:t>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Постановка задачи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F36"/>
                </a:solidFill>
                <a:latin typeface="Segoe UI"/>
              </a:defRPr>
            </a:pPr>
            <a:r>
              <a:t>Разработать веб-приложение для проведения квизов в реальном времени.</a:t>
            </a:r>
          </a:p>
          <a:p>
            <a:pPr>
              <a:spcAft>
                <a:spcPts val="800"/>
              </a:spcAft>
              <a:defRPr sz="1600">
                <a:solidFill>
                  <a:srgbClr val="1A1F36"/>
                </a:solidFill>
                <a:latin typeface="Segoe UI"/>
              </a:defRPr>
            </a:pPr>
            <a:r>
              <a:t>Две роли: организатор (создаёт и ведёт квиз) и участник (подключается по коду комнаты).</a:t>
            </a:r>
          </a:p>
          <a:p>
            <a:pPr>
              <a:spcAft>
                <a:spcPts val="800"/>
              </a:spcAft>
              <a:defRPr sz="1600">
                <a:solidFill>
                  <a:srgbClr val="1A1F36"/>
                </a:solidFill>
                <a:latin typeface="Segoe UI"/>
              </a:defRPr>
            </a:pPr>
            <a:r>
              <a:t>Вопросы показываются синхронно всем участникам; ответы принимаются только во время демонстрации.</a:t>
            </a:r>
          </a:p>
          <a:p>
            <a:pPr>
              <a:spcAft>
                <a:spcPts val="800"/>
              </a:spcAft>
              <a:defRPr sz="1600">
                <a:solidFill>
                  <a:srgbClr val="1A1F36"/>
                </a:solidFill>
                <a:latin typeface="Segoe UI"/>
              </a:defRPr>
            </a:pPr>
            <a:r>
              <a:t>По завершении — подсчёт баллов, лидерборд и сохранение истории в базе данных.</a:t>
            </a:r>
          </a:p>
          <a:p>
            <a:pPr>
              <a:spcAft>
                <a:spcPts val="800"/>
              </a:spcAft>
              <a:defRPr sz="1600">
                <a:solidFill>
                  <a:srgbClr val="1A1F36"/>
                </a:solidFill>
                <a:latin typeface="Segoe UI"/>
              </a:defRPr>
            </a:pPr>
            <a:r>
              <a:t>Результат сдачи: презентация + макеты + репозиторий + работоспособный прототип.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77A"/>
                </a:solidFill>
                <a:latin typeface="Segoe UI"/>
              </a:defRPr>
            </a:pPr>
            <a:r>
              <a:t>Квизы · MVP · 2026          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Целевой результат MVP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530352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5CE7"/>
                </a:solidFill>
                <a:latin typeface="Segoe UI"/>
              </a:defRPr>
            </a:pPr>
            <a:r>
              <a:t>Организатор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484632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77A"/>
                </a:solidFill>
                <a:latin typeface="Segoe UI"/>
              </a:defRPr>
            </a:pPr>
            <a:r>
              <a:rPr dirty="0" err="1"/>
              <a:t>Создаёт</a:t>
            </a:r>
            <a:r>
              <a:rPr dirty="0"/>
              <a:t> </a:t>
            </a:r>
            <a:r>
              <a:rPr dirty="0" err="1"/>
              <a:t>квиз</a:t>
            </a:r>
            <a:r>
              <a:rPr dirty="0"/>
              <a:t>, </a:t>
            </a:r>
            <a:r>
              <a:rPr dirty="0" err="1"/>
              <a:t>добавляет</a:t>
            </a:r>
            <a:r>
              <a:rPr dirty="0"/>
              <a:t> </a:t>
            </a:r>
            <a:r>
              <a:rPr dirty="0" err="1"/>
              <a:t>вопросы</a:t>
            </a:r>
            <a:r>
              <a:rPr dirty="0"/>
              <a:t>, </a:t>
            </a:r>
            <a:r>
              <a:rPr dirty="0" err="1"/>
              <a:t>запускает</a:t>
            </a:r>
            <a:r>
              <a:rPr dirty="0"/>
              <a:t> live-</a:t>
            </a:r>
            <a:r>
              <a:rPr dirty="0" err="1"/>
              <a:t>сессию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коду</a:t>
            </a:r>
            <a:r>
              <a:rPr dirty="0"/>
              <a:t> KVI</a:t>
            </a:r>
            <a:r>
              <a:rPr lang="en-US" dirty="0"/>
              <a:t>Z</a:t>
            </a:r>
            <a:endParaRPr lang="ru-RU" dirty="0"/>
          </a:p>
          <a:p>
            <a:pPr algn="l">
              <a:defRPr sz="1300" b="0">
                <a:solidFill>
                  <a:srgbClr val="5C677A"/>
                </a:solidFill>
                <a:latin typeface="Segoe UI"/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309360" y="1143000"/>
            <a:ext cx="530352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6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5CE7"/>
                </a:solidFill>
                <a:latin typeface="Segoe UI"/>
              </a:defRPr>
            </a:pPr>
            <a:r>
              <a:t>Участник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77A"/>
                </a:solidFill>
                <a:latin typeface="Segoe UI"/>
              </a:defRPr>
            </a:pPr>
            <a:r>
              <a:t>Входит по коду, отвечает на активные вопросы в браузере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49040"/>
            <a:ext cx="530352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977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5CE7"/>
                </a:solidFill>
                <a:latin typeface="Segoe UI"/>
              </a:defRPr>
            </a:pPr>
            <a:r>
              <a:t>Real-time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348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77A"/>
                </a:solidFill>
                <a:latin typeface="Segoe UI"/>
              </a:defRPr>
            </a:pPr>
            <a:r>
              <a:t>Socket.IO синхронизирует показ вопросов и приём ответов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749040"/>
            <a:ext cx="530352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3977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5CE7"/>
                </a:solidFill>
                <a:latin typeface="Segoe UI"/>
              </a:defRPr>
            </a:pPr>
            <a:r>
              <a:t>Итоги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4348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77A"/>
                </a:solidFill>
                <a:latin typeface="Segoe UI"/>
              </a:defRPr>
            </a:pPr>
            <a:r>
              <a:t>Лидерборд с баллами, история в личном кабинете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77A"/>
                </a:solidFill>
                <a:latin typeface="Segoe UI"/>
              </a:defRPr>
            </a:pPr>
            <a:r>
              <a:t>Квизы · MVP · 2026          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Функциональность и соответствие ТЗ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0972800" cy="713232"/>
          </a:xfrm>
          <a:prstGeom prst="roundRect">
            <a:avLst/>
          </a:prstGeom>
          <a:solidFill>
            <a:srgbClr val="F0EEFF"/>
          </a:solidFill>
          <a:ln w="9525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20700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F36"/>
                </a:solidFill>
                <a:latin typeface="Segoe UI"/>
              </a:defRPr>
            </a:pPr>
            <a:r>
              <a:t>Регистрация / авторизация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20700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77A"/>
                </a:solidFill>
                <a:latin typeface="Segoe UI"/>
              </a:defRPr>
            </a:pPr>
            <a:r>
              <a:t>Роли PARTICIPANT и ORGANIZER, JWT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38528"/>
            <a:ext cx="1097280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04825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F36"/>
                </a:solidFill>
                <a:latin typeface="Segoe UI"/>
              </a:defRPr>
            </a:pPr>
            <a:r>
              <a:t>Создание квиза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048256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77A"/>
                </a:solidFill>
                <a:latin typeface="Segoe UI"/>
              </a:defRPr>
            </a:pPr>
            <a:r>
              <a:t>Категории, время на вопрос, правила проведения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79776"/>
            <a:ext cx="10972800" cy="713232"/>
          </a:xfrm>
          <a:prstGeom prst="roundRect">
            <a:avLst/>
          </a:prstGeom>
          <a:solidFill>
            <a:srgbClr val="F0EEFF"/>
          </a:solidFill>
          <a:ln w="9525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889504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F36"/>
                </a:solidFill>
                <a:latin typeface="Segoe UI"/>
              </a:defRPr>
            </a:pPr>
            <a:r>
              <a:t>Типы вопросов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889504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77A"/>
                </a:solidFill>
                <a:latin typeface="Segoe UI"/>
              </a:defRPr>
            </a:pPr>
            <a:r>
              <a:t>Текст и изображение; один или несколько ответов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21024"/>
            <a:ext cx="1097280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73075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F36"/>
                </a:solidFill>
                <a:latin typeface="Segoe UI"/>
              </a:defRPr>
            </a:pPr>
            <a:r>
              <a:t>Live-сессия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7307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77A"/>
                </a:solidFill>
                <a:latin typeface="Segoe UI"/>
              </a:defRPr>
            </a:pPr>
            <a:r>
              <a:t>Код комнаты, WebSocket, флаг isQuestionActive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62272"/>
            <a:ext cx="10972800" cy="713232"/>
          </a:xfrm>
          <a:prstGeom prst="roundRect">
            <a:avLst/>
          </a:prstGeom>
          <a:solidFill>
            <a:srgbClr val="F0EEFF"/>
          </a:solidFill>
          <a:ln w="9525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572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F36"/>
                </a:solidFill>
                <a:latin typeface="Segoe UI"/>
              </a:defRPr>
            </a:pPr>
            <a:r>
              <a:t>Баллы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572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77A"/>
                </a:solidFill>
                <a:latin typeface="Segoe UI"/>
              </a:defRPr>
            </a:pPr>
            <a:r>
              <a:t>База 500 + бонус за скорость ответа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03520"/>
            <a:ext cx="1097280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41324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F36"/>
                </a:solidFill>
                <a:latin typeface="Segoe UI"/>
              </a:defRPr>
            </a:pPr>
            <a:r>
              <a:t>Личный кабинет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41324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77A"/>
                </a:solidFill>
                <a:latin typeface="Segoe UI"/>
              </a:defRPr>
            </a:pPr>
            <a:r>
              <a:t>История участия и проведённых квизов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77A"/>
                </a:solidFill>
                <a:latin typeface="Segoe UI"/>
              </a:defRPr>
            </a:pPr>
            <a:r>
              <a:t>Квизы · MVP · 2026          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Этапы разработки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502920" cy="50292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161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F36"/>
                </a:solidFill>
                <a:latin typeface="Segoe UI"/>
              </a:defRPr>
            </a:pPr>
            <a:r>
              <a:t>1. UI-проектирование в Figma — 8 экранов + интерактивный прототип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502920" cy="50292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848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F36"/>
                </a:solidFill>
                <a:latin typeface="Segoe UI"/>
              </a:defRPr>
            </a:pPr>
            <a:r>
              <a:t>2. Модель БД — Prisma: User, Quiz, Question, Option, QuizSession, Answer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80360"/>
            <a:ext cx="502920" cy="50292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95351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971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F36"/>
                </a:solidFill>
                <a:latin typeface="Segoe UI"/>
              </a:defRPr>
            </a:pPr>
            <a:r>
              <a:t>3. Клиент — React 18 + Vite: 9 страниц по макетам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49039"/>
            <a:ext cx="502920" cy="50292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822191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84047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F36"/>
                </a:solidFill>
                <a:latin typeface="Segoe UI"/>
              </a:defRPr>
            </a:pPr>
            <a:r>
              <a:t>4. Сервер — Node.js + Express, REST API, RBAC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17720"/>
            <a:ext cx="502920" cy="50292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6908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709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F36"/>
                </a:solidFill>
                <a:latin typeface="Segoe UI"/>
              </a:defRPr>
            </a:pPr>
            <a:r>
              <a:t>5. WebSocket — Socket.IO: комнаты, показ вопросов, ответы, лидерборд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486400"/>
            <a:ext cx="502920" cy="50292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5595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F36"/>
                </a:solidFill>
                <a:latin typeface="Segoe UI"/>
              </a:defRPr>
            </a:pPr>
            <a:r>
              <a:t>6. Тестирование — сценарий организатор + 3–5 участников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77A"/>
                </a:solidFill>
                <a:latin typeface="Segoe UI"/>
              </a:defRPr>
            </a:pPr>
            <a:r>
              <a:t>Квизы · MVP · 2026          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Технологический стек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5CE7"/>
                </a:solidFill>
                <a:latin typeface="Segoe UI"/>
              </a:defRPr>
            </a:pPr>
            <a:r>
              <a:t>UI-дизайн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1005840"/>
            <a:ext cx="2194560" cy="384048"/>
          </a:xfrm>
          <a:prstGeom prst="round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0" y="1051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F36"/>
                </a:solidFill>
                <a:latin typeface="Segoe UI"/>
              </a:defRPr>
            </a:pPr>
            <a:r>
              <a:t>Figma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05156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77A"/>
                </a:solidFill>
                <a:latin typeface="Segoe UI"/>
              </a:defRPr>
            </a:pPr>
            <a:r>
              <a:t>Прототип до кода, согласование 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013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5CE7"/>
                </a:solidFill>
                <a:latin typeface="Segoe UI"/>
              </a:defRPr>
            </a:pPr>
            <a:r>
              <a:t>Клиент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755648"/>
            <a:ext cx="2194560" cy="384048"/>
          </a:xfrm>
          <a:prstGeom prst="round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0" y="18013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F36"/>
                </a:solidFill>
                <a:latin typeface="Segoe UI"/>
              </a:defRPr>
            </a:pPr>
            <a:r>
              <a:t>React 18 + 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80136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77A"/>
                </a:solidFill>
                <a:latin typeface="Segoe UI"/>
              </a:defRPr>
            </a:pPr>
            <a:r>
              <a:t>Популярный фреймворк, быстрая сборка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511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5CE7"/>
                </a:solidFill>
                <a:latin typeface="Segoe UI"/>
              </a:defRPr>
            </a:pPr>
            <a:r>
              <a:t>Стили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2505456"/>
            <a:ext cx="2194560" cy="384048"/>
          </a:xfrm>
          <a:prstGeom prst="round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0" y="25511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F36"/>
                </a:solidFill>
                <a:latin typeface="Segoe UI"/>
              </a:defRPr>
            </a:pPr>
            <a:r>
              <a:t>CSS variables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551176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77A"/>
                </a:solidFill>
                <a:latin typeface="Segoe UI"/>
              </a:defRPr>
            </a:pPr>
            <a:r>
              <a:t>Палитра #6c5ce7 по макетам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0098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5CE7"/>
                </a:solidFill>
                <a:latin typeface="Segoe UI"/>
              </a:defRPr>
            </a:pPr>
            <a:r>
              <a:t>Сервер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51760" y="3255264"/>
            <a:ext cx="2194560" cy="384048"/>
          </a:xfrm>
          <a:prstGeom prst="round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0" y="33009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F36"/>
                </a:solidFill>
                <a:latin typeface="Segoe UI"/>
              </a:defRPr>
            </a:pPr>
            <a:r>
              <a:t>Node.js + Express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300984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77A"/>
                </a:solidFill>
                <a:latin typeface="Segoe UI"/>
              </a:defRPr>
            </a:pPr>
            <a:r>
              <a:t>Единый язык с клиентом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507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5CE7"/>
                </a:solidFill>
                <a:latin typeface="Segoe UI"/>
              </a:defRPr>
            </a:pPr>
            <a:r>
              <a:t>Real-time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51760" y="4005072"/>
            <a:ext cx="2194560" cy="384048"/>
          </a:xfrm>
          <a:prstGeom prst="round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0" y="40507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F36"/>
                </a:solidFill>
                <a:latin typeface="Segoe UI"/>
              </a:defRPr>
            </a:pPr>
            <a:r>
              <a:t>Socket.IO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05079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77A"/>
                </a:solidFill>
                <a:latin typeface="Segoe UI"/>
              </a:defRPr>
            </a:pPr>
            <a:r>
              <a:t>Комнаты, события, reconnect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0059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5CE7"/>
                </a:solidFill>
                <a:latin typeface="Segoe UI"/>
              </a:defRPr>
            </a:pPr>
            <a:r>
              <a:t>БД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51760" y="4754879"/>
            <a:ext cx="2194560" cy="384048"/>
          </a:xfrm>
          <a:prstGeom prst="round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0" y="480059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F36"/>
                </a:solidFill>
                <a:latin typeface="Segoe UI"/>
              </a:defRPr>
            </a:pPr>
            <a:r>
              <a:t>SQLite + Prisma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800599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77A"/>
                </a:solidFill>
                <a:latin typeface="Segoe UI"/>
              </a:defRPr>
            </a:pPr>
            <a:r>
              <a:t>MVP без отдельного сервера БД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5504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5CE7"/>
                </a:solidFill>
                <a:latin typeface="Segoe UI"/>
              </a:defRPr>
            </a:pPr>
            <a:r>
              <a:t>Auth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51760" y="5504688"/>
            <a:ext cx="2194560" cy="384048"/>
          </a:xfrm>
          <a:prstGeom prst="round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43200" y="55504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F36"/>
                </a:solidFill>
                <a:latin typeface="Segoe UI"/>
              </a:defRPr>
            </a:pPr>
            <a:r>
              <a:t>JWT + bcrypt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555040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77A"/>
                </a:solidFill>
                <a:latin typeface="Segoe UI"/>
              </a:defRPr>
            </a:pPr>
            <a:r>
              <a:t>Роли и защита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77A"/>
                </a:solidFill>
                <a:latin typeface="Segoe UI"/>
              </a:defRPr>
            </a:pPr>
            <a:r>
              <a:t>Квизы · MVP · 2026          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Архитектура 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6FF"/>
                </a:solidFill>
                <a:latin typeface="Segoe UI"/>
              </a:defRPr>
            </a:pPr>
            <a:r>
              <a:t>client/server + REST + WebSocket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00400" cy="1645920"/>
          </a:xfrm>
          <a:prstGeom prst="roundRect">
            <a:avLst/>
          </a:prstGeom>
          <a:solidFill>
            <a:srgbClr val="F0EEFF"/>
          </a:solidFill>
          <a:ln w="9525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E7"/>
                </a:solidFill>
                <a:latin typeface="Segoe UI"/>
              </a:defRPr>
            </a:pPr>
            <a:r>
              <a:t>Браузер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77A"/>
                </a:solidFill>
                <a:latin typeface="Segoe UI"/>
              </a:defRPr>
            </a:pPr>
            <a:r>
              <a:t>React SPA</a:t>
            </a:r>
            <a:br/>
            <a:r>
              <a:t>9 маршрутов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71600"/>
            <a:ext cx="320040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554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E7"/>
                </a:solidFill>
                <a:latin typeface="Segoe UI"/>
              </a:defRPr>
            </a:pPr>
            <a:r>
              <a:t>API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9659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77A"/>
                </a:solidFill>
                <a:latin typeface="Segoe UI"/>
              </a:defRPr>
            </a:pPr>
            <a:r>
              <a:t>Express REST</a:t>
            </a:r>
            <a:br/>
            <a:r>
              <a:t>JWT auth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6705" y="3657600"/>
            <a:ext cx="320040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8638" y="383776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E7"/>
                </a:solidFill>
                <a:latin typeface="Segoe UI"/>
              </a:defRPr>
            </a:pPr>
            <a:r>
              <a:rPr dirty="0"/>
              <a:t>Socket.IO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638" y="4249244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77A"/>
                </a:solidFill>
                <a:latin typeface="Segoe UI"/>
              </a:defRPr>
            </a:pPr>
            <a:r>
              <a:rPr dirty="0"/>
              <a:t>Live-</a:t>
            </a:r>
            <a:r>
              <a:rPr dirty="0" err="1"/>
              <a:t>сессии</a:t>
            </a:r>
            <a:br>
              <a:rPr dirty="0"/>
            </a:br>
            <a:r>
              <a:rPr dirty="0" err="1"/>
              <a:t>комнаты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4480560" y="3657600"/>
            <a:ext cx="320040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40" y="3840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E7"/>
                </a:solidFill>
                <a:latin typeface="Segoe UI"/>
              </a:defRPr>
            </a:pPr>
            <a:r>
              <a:t>SQLite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2519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77A"/>
                </a:solidFill>
                <a:latin typeface="Segoe UI"/>
              </a:defRPr>
            </a:pPr>
            <a:r>
              <a:t>Prisma ORM</a:t>
            </a:r>
            <a:br/>
            <a:r>
              <a:t>7 моделей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148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77A"/>
                </a:solidFill>
                <a:latin typeface="Segoe UI"/>
              </a:defRPr>
            </a:pPr>
            <a:r>
              <a:t>HTTP /api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423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77A"/>
                </a:solidFill>
                <a:latin typeface="Segoe UI"/>
              </a:defRPr>
            </a:pPr>
            <a:r>
              <a:t>WebSocket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77A"/>
                </a:solidFill>
                <a:latin typeface="Segoe UI"/>
              </a:defRPr>
            </a:pPr>
            <a:r>
              <a:t>Квизы · MVP · 2026          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Real-time: события Socket.IO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2926080" cy="658368"/>
          </a:xfrm>
          <a:prstGeom prst="roundRect">
            <a:avLst/>
          </a:prstGeom>
          <a:solidFill>
            <a:srgbClr val="4A3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join_session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2344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F36"/>
                </a:solidFill>
                <a:latin typeface="Segoe UI"/>
              </a:defRPr>
            </a:pPr>
            <a:r>
              <a:t>Участник / организатор подключается к комнате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2926080" cy="658368"/>
          </a:xfrm>
          <a:prstGeom prst="roundRect">
            <a:avLst/>
          </a:prstGeom>
          <a:solidFill>
            <a:srgbClr val="4A3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start_session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1031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F36"/>
                </a:solidFill>
                <a:latin typeface="Segoe UI"/>
              </a:defRPr>
            </a:pPr>
            <a:r>
              <a:t>Организатор запускает квиз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34640"/>
            <a:ext cx="2926080" cy="658368"/>
          </a:xfrm>
          <a:prstGeom prst="roundRect">
            <a:avLst/>
          </a:prstGeom>
          <a:solidFill>
            <a:srgbClr val="4A3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show_question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9718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F36"/>
                </a:solidFill>
                <a:latin typeface="Segoe UI"/>
              </a:defRPr>
            </a:pPr>
            <a:r>
              <a:t>Показ вопроса всем клиентам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03319"/>
            <a:ext cx="2926080" cy="658368"/>
          </a:xfrm>
          <a:prstGeom prst="roundRect">
            <a:avLst/>
          </a:prstGeom>
          <a:solidFill>
            <a:srgbClr val="4A3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840479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submit_answer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840479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F36"/>
                </a:solidFill>
                <a:latin typeface="Segoe UI"/>
              </a:defRPr>
            </a:pPr>
            <a:r>
              <a:t>Ответ участника (только при активном вопросе)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72000"/>
            <a:ext cx="2926080" cy="658368"/>
          </a:xfrm>
          <a:prstGeom prst="roundRect">
            <a:avLst/>
          </a:prstGeom>
          <a:solidFill>
            <a:srgbClr val="4A3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7091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end_question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7091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F36"/>
                </a:solidFill>
                <a:latin typeface="Segoe UI"/>
              </a:defRPr>
            </a:pPr>
            <a:r>
              <a:t>Закрытие приёма ответов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440680"/>
            <a:ext cx="2926080" cy="658368"/>
          </a:xfrm>
          <a:prstGeom prst="roundRect">
            <a:avLst/>
          </a:prstGeom>
          <a:solidFill>
            <a:srgbClr val="4A3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55778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end_session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55778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F36"/>
                </a:solidFill>
                <a:latin typeface="Segoe UI"/>
              </a:defRPr>
            </a:pPr>
            <a:r>
              <a:t>Финиш + рассылка лидерборда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486400"/>
            <a:ext cx="10972800" cy="594360"/>
          </a:xfrm>
          <a:prstGeom prst="roundRect">
            <a:avLst/>
          </a:prstGeom>
          <a:solidFill>
            <a:srgbClr val="F0EEFF"/>
          </a:solidFill>
          <a:ln w="9525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59612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3DB8"/>
                </a:solidFill>
                <a:latin typeface="Segoe UI"/>
              </a:defRPr>
            </a:pPr>
            <a:r>
              <a:t>Формула баллов: 500 + бонус за скорость (до +500 при мгновенном ответе)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77A"/>
                </a:solidFill>
                <a:latin typeface="Segoe UI"/>
              </a:defRPr>
            </a:pPr>
            <a:r>
              <a:t>Квизы · MVP · 2026          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UI-дизайн в Figma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33832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3108960" cy="777240"/>
          </a:xfrm>
          <a:prstGeom prst="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F36"/>
                </a:solidFill>
                <a:latin typeface="Segoe UI"/>
              </a:defRPr>
            </a:pPr>
            <a:r>
              <a:t>Лендинг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19" y="1143000"/>
            <a:ext cx="33832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26279" y="1280160"/>
            <a:ext cx="3108960" cy="777240"/>
          </a:xfrm>
          <a:prstGeom prst="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79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F36"/>
                </a:solidFill>
                <a:latin typeface="Segoe UI"/>
              </a:defRPr>
            </a:pPr>
            <a:r>
              <a:t>Регистрация / Вход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1143000"/>
            <a:ext cx="33832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75319" y="1280160"/>
            <a:ext cx="3108960" cy="777240"/>
          </a:xfrm>
          <a:prstGeom prst="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19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F36"/>
                </a:solidFill>
                <a:latin typeface="Segoe UI"/>
              </a:defRPr>
            </a:pPr>
            <a:r>
              <a:t>Дашборд организатора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40"/>
            <a:ext cx="33832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2971800"/>
            <a:ext cx="3108960" cy="777240"/>
          </a:xfrm>
          <a:prstGeom prst="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794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F36"/>
                </a:solidFill>
                <a:latin typeface="Segoe UI"/>
              </a:defRPr>
            </a:pPr>
            <a:r>
              <a:t>Редактор вопросов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19" y="2834640"/>
            <a:ext cx="33832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26279" y="2971800"/>
            <a:ext cx="3108960" cy="777240"/>
          </a:xfrm>
          <a:prstGeom prst="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26279" y="3794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F36"/>
                </a:solidFill>
                <a:latin typeface="Segoe UI"/>
              </a:defRPr>
            </a:pPr>
            <a:r>
              <a:t>Live-сессия (хост)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59" y="2834640"/>
            <a:ext cx="33832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75319" y="2971800"/>
            <a:ext cx="3108960" cy="777240"/>
          </a:xfrm>
          <a:prstGeom prst="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19" y="3794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F36"/>
                </a:solidFill>
                <a:latin typeface="Segoe UI"/>
              </a:defRPr>
            </a:pPr>
            <a:r>
              <a:t>Экран участника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26280"/>
            <a:ext cx="33832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7240" y="4663440"/>
            <a:ext cx="3108960" cy="777240"/>
          </a:xfrm>
          <a:prstGeom prst="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486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F36"/>
                </a:solidFill>
                <a:latin typeface="Segoe UI"/>
              </a:defRPr>
            </a:pPr>
            <a:r>
              <a:t>Лидерборд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19" y="4526280"/>
            <a:ext cx="33832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26279" y="4663440"/>
            <a:ext cx="3108960" cy="777240"/>
          </a:xfrm>
          <a:prstGeom prst="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26279" y="5486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F36"/>
                </a:solidFill>
                <a:latin typeface="Segoe UI"/>
              </a:defRPr>
            </a:pPr>
            <a:r>
              <a:t>Личный кабинет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59" y="4526280"/>
            <a:ext cx="33832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75319" y="4663440"/>
            <a:ext cx="3108960" cy="777240"/>
          </a:xfrm>
          <a:prstGeom prst="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75319" y="5486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F36"/>
                </a:solidFill>
                <a:latin typeface="Segoe UI"/>
              </a:defRPr>
            </a:pPr>
            <a:r>
              <a:t>Прототип переходов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39" y="6008785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5CE7"/>
                </a:solidFill>
                <a:latin typeface="Segoe UI"/>
              </a:defRPr>
            </a:pPr>
            <a:r>
              <a:rPr dirty="0" err="1"/>
              <a:t>Макеты</a:t>
            </a:r>
            <a:r>
              <a:rPr dirty="0"/>
              <a:t>: </a:t>
            </a:r>
            <a:r>
              <a:rPr dirty="0">
                <a:hlinkClick r:id="rId2"/>
              </a:rPr>
              <a:t>https://www.figma.com/design/bowNce537o2YiRGUxFzpAH</a:t>
            </a:r>
            <a:endParaRPr lang="ru-RU" dirty="0"/>
          </a:p>
          <a:p>
            <a:pPr algn="l">
              <a:defRPr sz="1100" b="0">
                <a:solidFill>
                  <a:srgbClr val="6C5CE7"/>
                </a:solidFill>
                <a:latin typeface="Segoe UI"/>
              </a:defRPr>
            </a:pPr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77A"/>
                </a:solidFill>
                <a:latin typeface="Segoe UI"/>
              </a:defRPr>
            </a:pPr>
            <a:r>
              <a:t>Квизы · MVP · 2026          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Сценарий демонстрации MVP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457200" cy="457200"/>
          </a:xfrm>
          <a:prstGeom prst="roundRect">
            <a:avLst/>
          </a:prstGeom>
          <a:solidFill>
            <a:srgbClr val="2EB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5214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17043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F36"/>
                </a:solidFill>
                <a:latin typeface="Segoe UI"/>
              </a:defRPr>
            </a:pPr>
            <a:r>
              <a:t>Организатор регистрируется → создаёт квиз → добавляет вопросы в редакторе.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457200" cy="457200"/>
          </a:xfrm>
          <a:prstGeom prst="roundRect">
            <a:avLst/>
          </a:prstGeom>
          <a:solidFill>
            <a:srgbClr val="2EB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2082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03911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F36"/>
                </a:solidFill>
                <a:latin typeface="Segoe UI"/>
              </a:defRPr>
            </a:pPr>
            <a:r>
              <a:t>Нажимает «Запустить» → получает код комнаты KVIZ-XXXXXX.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34640"/>
            <a:ext cx="457200" cy="457200"/>
          </a:xfrm>
          <a:prstGeom prst="roundRect">
            <a:avLst/>
          </a:prstGeom>
          <a:solidFill>
            <a:srgbClr val="2EB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88950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0779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F36"/>
                </a:solidFill>
                <a:latin typeface="Segoe UI"/>
              </a:defRPr>
            </a:pPr>
            <a:r>
              <a:t>Участники на других устройствах: «Войти в квиз» → ввод кода.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03319"/>
            <a:ext cx="457200" cy="457200"/>
          </a:xfrm>
          <a:prstGeom prst="roundRect">
            <a:avLst/>
          </a:prstGeom>
          <a:solidFill>
            <a:srgbClr val="2EB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758183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776471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F36"/>
                </a:solidFill>
                <a:latin typeface="Segoe UI"/>
              </a:defRPr>
            </a:pPr>
            <a:r>
              <a:t>Организатор: «Старт сессии» → «Следующий вопрос».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72000"/>
            <a:ext cx="457200" cy="457200"/>
          </a:xfrm>
          <a:prstGeom prst="roundRect">
            <a:avLst/>
          </a:prstGeom>
          <a:solidFill>
            <a:srgbClr val="2EB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62686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64515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F36"/>
                </a:solidFill>
                <a:latin typeface="Segoe UI"/>
              </a:defRPr>
            </a:pPr>
            <a:r>
              <a:t>Участники отвечают, пока вопрос активен (таймер на клиенте).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440680"/>
            <a:ext cx="457200" cy="457200"/>
          </a:xfrm>
          <a:prstGeom prst="roundRect">
            <a:avLst/>
          </a:prstGeom>
          <a:solidFill>
            <a:srgbClr val="2EB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49554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51383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F36"/>
                </a:solidFill>
                <a:latin typeface="Segoe UI"/>
              </a:defRPr>
            </a:pPr>
            <a:r>
              <a:t>«Завершить квиз» → лидерборд на экране итогов + история в профиле.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77A"/>
                </a:solidFill>
                <a:latin typeface="Segoe UI"/>
              </a:defRPr>
            </a:pPr>
            <a:r>
              <a:t>Квизы · MVP · 2026          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Дашборд организатора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6FF"/>
                </a:solidFill>
                <a:latin typeface="Segoe UI"/>
              </a:defRPr>
            </a:pPr>
            <a:r>
              <a:rPr dirty="0" err="1"/>
              <a:t>Скриншот</a:t>
            </a:r>
            <a:r>
              <a:rPr dirty="0"/>
              <a:t> </a:t>
            </a:r>
            <a:r>
              <a:rPr dirty="0" err="1"/>
              <a:t>работающего</a:t>
            </a:r>
            <a:r>
              <a:rPr dirty="0"/>
              <a:t> </a:t>
            </a:r>
            <a:r>
              <a:rPr dirty="0" err="1"/>
              <a:t>приложения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77A"/>
                </a:solidFill>
                <a:latin typeface="Segoe UI"/>
              </a:defRPr>
            </a:pPr>
            <a:r>
              <a:t>Список квизов: создание, редактирование, запуск и удаление.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77A"/>
                </a:solidFill>
                <a:latin typeface="Segoe UI"/>
              </a:defRPr>
            </a:pPr>
            <a:r>
              <a:t>Квизы · MVP · 2026          11 / 16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4EE3EA6-E9C9-9864-6F80-4AD271375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2071"/>
            <a:ext cx="7481988" cy="445860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Редактор вопросов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6FF"/>
                </a:solidFill>
                <a:latin typeface="Segoe UI"/>
              </a:defRPr>
            </a:pPr>
            <a:r>
              <a:t>Скриншот работающего приложения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77A"/>
                </a:solidFill>
                <a:latin typeface="Segoe UI"/>
              </a:defRPr>
            </a:pPr>
            <a:r>
              <a:t>Демо-квиз с вопросами, отметкой правильных вариантов и загрузкой изображений.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77A"/>
                </a:solidFill>
                <a:latin typeface="Segoe UI"/>
              </a:defRPr>
            </a:pPr>
            <a:r>
              <a:t>Квизы · MVP · 2026          12 / 16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0924DFC-F06A-5BD0-299C-21EC1E337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85" y="1005840"/>
            <a:ext cx="7625589" cy="46090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Live-сессия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6FF"/>
                </a:solidFill>
                <a:latin typeface="Segoe UI"/>
              </a:defRPr>
            </a:pPr>
            <a:r>
              <a:t>Скриншот работающего приложения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10881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77A"/>
                </a:solidFill>
                <a:latin typeface="Segoe UI"/>
              </a:defRPr>
            </a:pPr>
            <a:r>
              <a:rPr dirty="0" err="1"/>
              <a:t>Код</a:t>
            </a:r>
            <a:r>
              <a:rPr dirty="0"/>
              <a:t> </a:t>
            </a:r>
            <a:r>
              <a:rPr dirty="0" err="1"/>
              <a:t>комнаты</a:t>
            </a:r>
            <a:r>
              <a:rPr dirty="0"/>
              <a:t> KVIZ</a:t>
            </a:r>
            <a:r>
              <a:rPr lang="en-US" dirty="0"/>
              <a:t> </a:t>
            </a:r>
            <a:r>
              <a:rPr dirty="0"/>
              <a:t>-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подключения</a:t>
            </a:r>
            <a:r>
              <a:rPr dirty="0"/>
              <a:t> </a:t>
            </a:r>
            <a:r>
              <a:rPr dirty="0" err="1"/>
              <a:t>участников</a:t>
            </a:r>
            <a:r>
              <a:rPr dirty="0"/>
              <a:t> в </a:t>
            </a:r>
            <a:r>
              <a:rPr dirty="0" err="1"/>
              <a:t>реальном</a:t>
            </a:r>
            <a:r>
              <a:rPr dirty="0"/>
              <a:t> </a:t>
            </a:r>
            <a:r>
              <a:rPr dirty="0" err="1"/>
              <a:t>времени</a:t>
            </a:r>
            <a:r>
              <a:rPr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77A"/>
                </a:solidFill>
                <a:latin typeface="Segoe UI"/>
              </a:defRPr>
            </a:pPr>
            <a:r>
              <a:t>Квизы · MVP · 2026          13 / 16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D8D15B9-FC0E-9880-A97E-F7FA41B7F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1906"/>
            <a:ext cx="8249159" cy="49884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6B0B50-EBCA-B205-A3F0-9AD9E9A28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D1D04D-106E-86B5-CB6E-4723E98930D1}"/>
              </a:ext>
            </a:extLst>
          </p:cNvPr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E7DCD-B678-14DB-8348-74CD862F9315}"/>
              </a:ext>
            </a:extLst>
          </p:cNvPr>
          <p:cNvSpPr txBox="1"/>
          <p:nvPr/>
        </p:nvSpPr>
        <p:spPr>
          <a:xfrm>
            <a:off x="5029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Live-сессия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B9DDB0-94BD-1EE5-36DC-D045B6431609}"/>
              </a:ext>
            </a:extLst>
          </p:cNvPr>
          <p:cNvSpPr txBox="1"/>
          <p:nvPr/>
        </p:nvSpPr>
        <p:spPr>
          <a:xfrm>
            <a:off x="50292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6FF"/>
                </a:solidFill>
                <a:latin typeface="Segoe UI"/>
              </a:defRPr>
            </a:pPr>
            <a:r>
              <a:t>Скриншот работающего приложения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0972D9-896B-5E6A-72D1-A4B3C4BF7625}"/>
              </a:ext>
            </a:extLst>
          </p:cNvPr>
          <p:cNvSpPr txBox="1"/>
          <p:nvPr/>
        </p:nvSpPr>
        <p:spPr>
          <a:xfrm>
            <a:off x="594360" y="5989320"/>
            <a:ext cx="10881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677A"/>
                </a:solidFill>
                <a:latin typeface="Segoe UI"/>
              </a:defRPr>
            </a:pPr>
            <a:r>
              <a:rPr lang="ru-RU" dirty="0"/>
              <a:t>Вход в квиз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8C3EA3-A9D1-FCBA-9158-F2180FB5C711}"/>
              </a:ext>
            </a:extLst>
          </p:cNvPr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77A"/>
                </a:solidFill>
                <a:latin typeface="Segoe UI"/>
              </a:defRPr>
            </a:pPr>
            <a:r>
              <a:t>Квизы · MVP · 2026          13 / 16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BC2FFDA-1712-8DCD-F698-5A51501BB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54154"/>
            <a:ext cx="7558799" cy="452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734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A9BEEC-3A7F-7788-0833-62C87DC1D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918CCA-1F4C-387B-3DBC-08E37E9A0EA0}"/>
              </a:ext>
            </a:extLst>
          </p:cNvPr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33BC39-37F3-CAE3-A80E-2C532148CDC9}"/>
              </a:ext>
            </a:extLst>
          </p:cNvPr>
          <p:cNvSpPr txBox="1"/>
          <p:nvPr/>
        </p:nvSpPr>
        <p:spPr>
          <a:xfrm>
            <a:off x="5029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Live-сессия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9516A9-D12E-A8F6-4C43-AC7A87785CCC}"/>
              </a:ext>
            </a:extLst>
          </p:cNvPr>
          <p:cNvSpPr txBox="1"/>
          <p:nvPr/>
        </p:nvSpPr>
        <p:spPr>
          <a:xfrm>
            <a:off x="50292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6FF"/>
                </a:solidFill>
                <a:latin typeface="Segoe UI"/>
              </a:defRPr>
            </a:pPr>
            <a:r>
              <a:t>Скриншот работающего приложения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2D456C-C71D-4295-F6DE-AFFB40D7949B}"/>
              </a:ext>
            </a:extLst>
          </p:cNvPr>
          <p:cNvSpPr txBox="1"/>
          <p:nvPr/>
        </p:nvSpPr>
        <p:spPr>
          <a:xfrm>
            <a:off x="594360" y="5989320"/>
            <a:ext cx="10881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677A"/>
                </a:solidFill>
                <a:latin typeface="Segoe UI"/>
              </a:defRPr>
            </a:pPr>
            <a:r>
              <a:rPr lang="ru-RU" dirty="0"/>
              <a:t>Ответы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67D8B8-8976-43E9-6462-182EBB3219EF}"/>
              </a:ext>
            </a:extLst>
          </p:cNvPr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77A"/>
                </a:solidFill>
                <a:latin typeface="Segoe UI"/>
              </a:defRPr>
            </a:pPr>
            <a:r>
              <a:t>Квизы · MVP · 2026          13 / 16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E1297D1-5CE6-980C-A43C-0306545AD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8377331" cy="503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304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6A813B-6BA7-13C1-BB58-18AC9BF7B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5C6D06-14A0-F1AB-B1DB-23C899DFA6EE}"/>
              </a:ext>
            </a:extLst>
          </p:cNvPr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CA7E06-F34C-915D-AA83-F00C1B9668A0}"/>
              </a:ext>
            </a:extLst>
          </p:cNvPr>
          <p:cNvSpPr txBox="1"/>
          <p:nvPr/>
        </p:nvSpPr>
        <p:spPr>
          <a:xfrm>
            <a:off x="5029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Live-сессия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E4BC8B-9990-E391-3AAD-301439FD0547}"/>
              </a:ext>
            </a:extLst>
          </p:cNvPr>
          <p:cNvSpPr txBox="1"/>
          <p:nvPr/>
        </p:nvSpPr>
        <p:spPr>
          <a:xfrm>
            <a:off x="50292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6FF"/>
                </a:solidFill>
                <a:latin typeface="Segoe UI"/>
              </a:defRPr>
            </a:pPr>
            <a:r>
              <a:t>Скриншот работающего приложения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FA8784-1D83-AF59-3F06-3C104D933114}"/>
              </a:ext>
            </a:extLst>
          </p:cNvPr>
          <p:cNvSpPr txBox="1"/>
          <p:nvPr/>
        </p:nvSpPr>
        <p:spPr>
          <a:xfrm>
            <a:off x="594360" y="5989320"/>
            <a:ext cx="10881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677A"/>
                </a:solidFill>
                <a:latin typeface="Segoe UI"/>
              </a:defRPr>
            </a:pPr>
            <a:r>
              <a:rPr lang="ru-RU" dirty="0"/>
              <a:t>Итоги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17EF1C-9E9F-EDA5-082D-9659FD27149A}"/>
              </a:ext>
            </a:extLst>
          </p:cNvPr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77A"/>
                </a:solidFill>
                <a:latin typeface="Segoe UI"/>
              </a:defRPr>
            </a:pPr>
            <a:r>
              <a:t>Квизы · MVP · 2026          13 / 16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FD640F9-2A28-14D3-F23B-E815C6222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13926"/>
            <a:ext cx="8078860" cy="487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0974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Артефакты проекта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8012" y="1170432"/>
            <a:ext cx="109728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2984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5CE7"/>
                </a:solidFill>
                <a:latin typeface="Segoe UI"/>
              </a:defRPr>
            </a:pPr>
            <a:r>
              <a:t>Макеты UI (Figma)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9844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77A"/>
                </a:solidFill>
                <a:latin typeface="Segoe UI"/>
              </a:defRPr>
            </a:pPr>
            <a:r>
              <a:rPr dirty="0">
                <a:hlinkClick r:id="rId2"/>
              </a:rPr>
              <a:t>https://www.figma.com/design/bowNce537o2YiRGUxFzpAH</a:t>
            </a:r>
            <a:endParaRPr lang="ru-RU" dirty="0"/>
          </a:p>
          <a:p>
            <a:pPr algn="l">
              <a:defRPr sz="1200" b="0">
                <a:solidFill>
                  <a:srgbClr val="5C677A"/>
                </a:solidFill>
                <a:latin typeface="Segoe UI"/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109728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5CE7"/>
                </a:solidFill>
                <a:latin typeface="Segoe UI"/>
              </a:defRPr>
            </a:pPr>
            <a:r>
              <a:t>Репозиторий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30428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77A"/>
                </a:solidFill>
                <a:latin typeface="Segoe UI"/>
              </a:defRPr>
            </a:pPr>
            <a:r>
              <a:rPr dirty="0">
                <a:hlinkClick r:id="rId3"/>
              </a:rPr>
              <a:t>https://github.com/mark8tati-debug/VK</a:t>
            </a:r>
            <a:endParaRPr lang="ru-RU" dirty="0"/>
          </a:p>
          <a:p>
            <a:pPr algn="l">
              <a:defRPr sz="1200" b="0">
                <a:solidFill>
                  <a:srgbClr val="5C677A"/>
                </a:solidFill>
                <a:latin typeface="Segoe UI"/>
              </a:defRPr>
            </a:pP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40080" y="3200400"/>
            <a:ext cx="109728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3101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5CE7"/>
                </a:solidFill>
                <a:latin typeface="Segoe UI"/>
              </a:defRPr>
            </a:pPr>
            <a:r>
              <a:t>Пояснительная записка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310128"/>
            <a:ext cx="7132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677A"/>
                </a:solidFill>
                <a:latin typeface="Segoe UI"/>
              </a:defRPr>
            </a:pPr>
            <a:r>
              <a:rPr dirty="0"/>
              <a:t>docs/</a:t>
            </a:r>
            <a:r>
              <a:rPr lang="ru-RU" dirty="0" err="1"/>
              <a:t>ПЗ_МаркваТА</a:t>
            </a:r>
            <a:r>
              <a:rPr dirty="0"/>
              <a:t>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06240"/>
            <a:ext cx="109728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43159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5CE7"/>
                </a:solidFill>
                <a:latin typeface="Segoe UI"/>
              </a:defRPr>
            </a:pPr>
            <a:r>
              <a:t>Рабочий прототип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31596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77A"/>
                </a:solidFill>
                <a:latin typeface="Segoe UI"/>
              </a:defRPr>
            </a:pPr>
            <a:r>
              <a:rPr dirty="0"/>
              <a:t>http://localhost:5173 (</a:t>
            </a:r>
            <a:r>
              <a:rPr dirty="0" err="1"/>
              <a:t>локальный</a:t>
            </a:r>
            <a:r>
              <a:rPr dirty="0"/>
              <a:t> </a:t>
            </a:r>
            <a:r>
              <a:rPr dirty="0" err="1"/>
              <a:t>запуск</a:t>
            </a:r>
            <a:r>
              <a:rPr dirty="0"/>
              <a:t>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212080"/>
            <a:ext cx="109728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5CE7"/>
                </a:solidFill>
                <a:latin typeface="Segoe UI"/>
              </a:defRPr>
            </a:pPr>
            <a:r>
              <a:t>Структура кода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32180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77A"/>
                </a:solidFill>
                <a:latin typeface="Segoe UI"/>
              </a:defRPr>
            </a:pPr>
            <a:r>
              <a:t>quiz-platform/client + quiz-platform/server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77A"/>
                </a:solidFill>
                <a:latin typeface="Segoe UI"/>
              </a:defRPr>
            </a:pPr>
            <a:r>
              <a:t>Квизы · MVP · 2026          14 /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Итоги и перспективы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F36"/>
                </a:solidFill>
                <a:latin typeface="Segoe UI"/>
              </a:defRPr>
            </a:pPr>
            <a:r>
              <a:t>Реализован работоспособный MVP по ТЗ.</a:t>
            </a:r>
          </a:p>
          <a:p>
            <a:pPr>
              <a:spcAft>
                <a:spcPts val="800"/>
              </a:spcAft>
              <a:defRPr sz="1500">
                <a:solidFill>
                  <a:srgbClr val="1A1F36"/>
                </a:solidFill>
                <a:latin typeface="Segoe UI"/>
              </a:defRPr>
            </a:pPr>
            <a:r>
              <a:t>Организатор создаёт и ведёт квиз в реальном времени.</a:t>
            </a:r>
          </a:p>
          <a:p>
            <a:pPr>
              <a:spcAft>
                <a:spcPts val="800"/>
              </a:spcAft>
              <a:defRPr sz="1500">
                <a:solidFill>
                  <a:srgbClr val="1A1F36"/>
                </a:solidFill>
                <a:latin typeface="Segoe UI"/>
              </a:defRPr>
            </a:pPr>
            <a:r>
              <a:t>Участники подключаются по коду без установки ПО.</a:t>
            </a:r>
          </a:p>
          <a:p>
            <a:pPr>
              <a:spcAft>
                <a:spcPts val="800"/>
              </a:spcAft>
              <a:defRPr sz="1500">
                <a:solidFill>
                  <a:srgbClr val="1A1F36"/>
                </a:solidFill>
                <a:latin typeface="Segoe UI"/>
              </a:defRPr>
            </a:pPr>
            <a:r>
              <a:t>Данные сессий и баллов сохраняются в БД.</a:t>
            </a:r>
          </a:p>
          <a:p>
            <a:pPr>
              <a:spcAft>
                <a:spcPts val="800"/>
              </a:spcAft>
              <a:defRPr sz="1500">
                <a:solidFill>
                  <a:srgbClr val="1A1F36"/>
                </a:solidFill>
                <a:latin typeface="Segoe UI"/>
              </a:defRPr>
            </a:pPr>
            <a:r>
              <a:t>Дизайн согласован с Figma-прототипом.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51560"/>
            <a:ext cx="5394960" cy="502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46520" y="1234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E7"/>
                </a:solidFill>
                <a:latin typeface="Segoe UI"/>
              </a:defRPr>
            </a:pPr>
            <a:r>
              <a:t>Дальнейшее развитие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6916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5C677A"/>
                </a:solidFill>
                <a:latin typeface="Segoe UI"/>
              </a:defRPr>
            </a:pPr>
            <a:r>
              <a:t>Деплой на Vercel + Railway</a:t>
            </a:r>
          </a:p>
          <a:p>
            <a:pPr>
              <a:spcAft>
                <a:spcPts val="800"/>
              </a:spcAft>
              <a:defRPr sz="1300">
                <a:solidFill>
                  <a:srgbClr val="5C677A"/>
                </a:solidFill>
                <a:latin typeface="Segoe UI"/>
              </a:defRPr>
            </a:pPr>
            <a:r>
              <a:t>CDN / облачное хранилище изображений</a:t>
            </a:r>
          </a:p>
          <a:p>
            <a:pPr>
              <a:spcAft>
                <a:spcPts val="800"/>
              </a:spcAft>
              <a:defRPr sz="1300">
                <a:solidFill>
                  <a:srgbClr val="5C677A"/>
                </a:solidFill>
                <a:latin typeface="Segoe UI"/>
              </a:defRPr>
            </a:pPr>
            <a:r>
              <a:t>OAuth / корпоративный SSO</a:t>
            </a:r>
          </a:p>
          <a:p>
            <a:pPr>
              <a:spcAft>
                <a:spcPts val="800"/>
              </a:spcAft>
              <a:defRPr sz="1300">
                <a:solidFill>
                  <a:srgbClr val="5C677A"/>
                </a:solidFill>
                <a:latin typeface="Segoe UI"/>
              </a:defRPr>
            </a:pPr>
            <a:r>
              <a:t>Мобильная адаптация 375px</a:t>
            </a:r>
          </a:p>
          <a:p>
            <a:pPr>
              <a:spcAft>
                <a:spcPts val="800"/>
              </a:spcAft>
              <a:defRPr sz="1300">
                <a:solidFill>
                  <a:srgbClr val="5C677A"/>
                </a:solidFill>
                <a:latin typeface="Segoe UI"/>
              </a:defRPr>
            </a:pPr>
            <a:r>
              <a:t>Аналитика и экспорт результатов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77A"/>
                </a:solidFill>
                <a:latin typeface="Segoe UI"/>
              </a:defRPr>
            </a:pPr>
            <a:r>
              <a:t>Квизы · MVP · 2026          15 / 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5C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60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Спасибо за внимание!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D6FF"/>
                </a:solidFill>
                <a:latin typeface="Segoe UI"/>
              </a:defRPr>
            </a:pPr>
            <a:r>
              <a:t>Вопросы?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8FF"/>
                </a:solidFill>
                <a:latin typeface="Segoe UI"/>
              </a:defRPr>
            </a:pPr>
            <a:r>
              <a:t>https://www.figma.com/design/bowNce537o2YiRGUxFzpAH</a:t>
            </a:r>
            <a:br/>
            <a:r>
              <a:t>https://github.com/mark8tati-debug/VK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77A"/>
                </a:solidFill>
                <a:latin typeface="Segoe UI"/>
              </a:defRPr>
            </a:pPr>
            <a:r>
              <a:t>Квизы · MVP · 2026          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914</Words>
  <Application>Microsoft Office PowerPoint</Application>
  <PresentationFormat>Произвольный</PresentationFormat>
  <Paragraphs>179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Маркова Татьяна Александровна</cp:lastModifiedBy>
  <cp:revision>6</cp:revision>
  <dcterms:created xsi:type="dcterms:W3CDTF">2013-01-27T09:14:16Z</dcterms:created>
  <dcterms:modified xsi:type="dcterms:W3CDTF">2026-06-07T15:03:06Z</dcterms:modified>
  <cp:category/>
</cp:coreProperties>
</file>